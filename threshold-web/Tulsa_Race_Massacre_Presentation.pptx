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C143C"/>
                </a:solidFill>
              </a:defRPr>
            </a:pPr>
            <a:r>
              <a:t>The Tulsa Race Massacre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8860B"/>
                </a:solidFill>
              </a:defRPr>
            </a:pPr>
            <a:r>
              <a:t>History, Aftermath &amp; Reparations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C143C"/>
                </a:solidFill>
              </a:defRPr>
            </a:pPr>
            <a:r>
              <a:t>Greenwood: 'Black Wall Street'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35+ blocks of thriving Black-owned businesses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10,000 residents in 1921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Estimated wealth: $1 million (~$17M today)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Restaurants, theaters, newspapers, professional offices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• A self-sufficient economic engine where wealth circulated internally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C143C"/>
                </a:solidFill>
              </a:defRPr>
            </a:pPr>
            <a:r>
              <a:t>May 30 - June 1, 1921: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MAY 30: Sarah Page screams in an elevator. Dick Rowland flees.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MAY 31 AFTERNOON: Newspapers print inflammatory articles.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MAY 31 EVENING: Black leaders arrive at jail. Gunfire erupts.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JUNE 1 OVERNIGHT: White mobs invade. Buildings burn. Residents killed.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Duration: ~18 hours of violence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C143C"/>
                </a:solidFill>
              </a:defRPr>
            </a:pPr>
            <a:r>
              <a:t>The Destruction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DEATH TOLL: 36 official (estimates: 100-300+)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DESTROYED: 1,256 homes, 191 businesses, schools, churches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DETAINED: 6,000+ Black residents in camps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ECONOMIC LOSS: $30 million (~$500M today)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DISPLACEMENT: Community scattered; many fled Oklahoma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C143C"/>
                </a:solidFill>
              </a:defRPr>
            </a:pPr>
            <a:r>
              <a:t>The 80-Year Silence (1921-2001)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The massacre was erased from history books and schools.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Why? Civic shame, media suppression, systemic erasure.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Silence broken: 1990s by historians; 2001 official report.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2020 Centennial sparked national conversation.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Now: Teaching this history is crucial.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C143C"/>
                </a:solidFill>
              </a:defRPr>
            </a:pPr>
            <a:r>
              <a:t>Reparations Debate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FOR: Legal precedent (Japanese Americans, Native Americans)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FOR: Documented wealth destruction &amp; intergenerational harm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FOR: Symbol of accountability and healing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AGAINST: Cost concerns and implementation challenges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AGAINST: Some prefer education &amp; memorials instead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Status: Ongoing debate; multiple approaches proposed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C143C"/>
                </a:solidFill>
              </a:defRPr>
            </a:pPr>
            <a:r>
              <a:t>Survivor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Olivia Hooker (1912-2018): 6 years old during massacre. Lived 106 years. Testified for justice.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J.B. Jackson (1913-1997): Businessman &amp; survivor. Rebuilt but never forgot.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Dr. A.J. Smitherman: Newspaper founder. Arrested &amp; driven from Oklahoma.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Modern descendants: Carry pride in resilience + grief over loss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C143C"/>
                </a:solidFill>
              </a:defRPr>
            </a:pPr>
            <a:r>
              <a:t>Discussion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1. Why was this event erased from history for 80 years?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2. How do historical injustices impact modern inequality?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3. What forms of accountability matter?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4. Are reparations justified? Why?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5. What role can education play in preventing future violence?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DC143C"/>
                </a:solidFill>
              </a:defRPr>
            </a:pPr>
            <a:r>
              <a:t>Resources &amp; Further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🔗 Greenwood Cultural Center - gccenter.org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🔗 Tulsa Historical Society - tulsahistory.org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📖 'Burning Tulsa' by Tim Madigan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🎬 'Dreamland: The Burning of Black Wall Street' (PBS)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📊 Oklahoma Historical Society Commission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